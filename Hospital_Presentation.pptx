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22875" y="592025"/>
            <a:ext cx="54747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Font typeface="Arial"/>
              <a:buNone/>
            </a:pPr>
            <a:r>
              <a:rPr b="1" i="0" lang="en" sz="4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Columbia Asia Hospital</a:t>
            </a:r>
            <a:b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4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Healthcare Analytics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69650" y="2531675"/>
            <a:ext cx="29691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ADIL SAIFI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574" y="935049"/>
            <a:ext cx="3131700" cy="27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81150" y="417050"/>
            <a:ext cx="1712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28650" y="1447050"/>
            <a:ext cx="5849100" cy="24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 cleaned and modeled the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walkthrough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 I found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 for the hospital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428575" y="243975"/>
            <a:ext cx="22866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28575" y="1026100"/>
            <a:ext cx="53661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 missing values in referral, race, wait time, satisfaction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Filled text fields with "Unspecified"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Filled number fields with department median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inconsistent date formats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Cleaned currency symbols from fee columns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546625" y="394225"/>
            <a:ext cx="28479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MODELLING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250" y="1123175"/>
            <a:ext cx="4908179" cy="351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400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446825" y="254850"/>
            <a:ext cx="4058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BY DEPARTMENT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775" y="1365900"/>
            <a:ext cx="487680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5677500" y="1717950"/>
            <a:ext cx="2844000" cy="17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Orthopedics: ₹173M (34%)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Practice: ₹164M (32%)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Neurology: ₹73M (14%)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Cardiology: ₹68M (13%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395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775" y="1106600"/>
            <a:ext cx="5571001" cy="32587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 txBox="1"/>
          <p:nvPr/>
        </p:nvSpPr>
        <p:spPr>
          <a:xfrm>
            <a:off x="246700" y="208650"/>
            <a:ext cx="6551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 WAIT TIME AND AVG SATISFACTION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6340025" y="1187825"/>
            <a:ext cx="2488200" cy="21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20 min wait  satisfaction stays high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45 min wait  satisfaction drops sharply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649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325975" y="215700"/>
            <a:ext cx="3075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INSIGHTS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253725" y="876000"/>
            <a:ext cx="6986100" cy="3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departments drive the hospital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Orthopedics and General Practice together make up two-thirds of all revenue (₹337M of ₹509M).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time has a breaking point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satisfaction stays fine under 20 minutes but drops sharply past 45 minutes; it's not a slow decline, it's a cliff.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doctor carries the load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Dr. Smith alone treats 65% of all patients (5,986 of 9,216), which is a staffing risk, not just a stat.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Older patients are least satisfied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65+ patients face longer waits and more multi-department visits, pulling their satisfaction scores down.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isn't steady year-round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visits spike in Q1 and Q4 (flu season), meaning fixed staffing levels leave the hospital understaffed exactly when it matters most.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457150" y="278925"/>
            <a:ext cx="34641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1" i="0" sz="26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551775" y="1227225"/>
            <a:ext cx="5453400" cy="22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Hire 2-3 doctors for General Practice &amp; Emergency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GP doctors into 2 shifts (7am-3pm / 2pm-10pm)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 off-peak discounts and preventive care bundles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425" y="246700"/>
            <a:ext cx="8160875" cy="452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